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SmartReco is a career learning marketplace with two engines. A LangGraph agent watches how a learner behaves and recommends from the real catalogue. An AI Career Advisor takes a stated background and target role and computes the skill gap between them. The point of the slide is the claim in the middle: in the career engine the model never chooses a course. The plan comes from a skill graph and is handed to the model as settled fact, so it writes only the narrative. Cost is controlled by an 11-gate trigger policy before any model call, and honesty by 35 deterministic checks that run offline and in CI. The whole system runs and tests with no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SmartReco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017520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learning marketplace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decides what each learner studies next — and shows its evidence for why.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1B2B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627632"/>
            <a:ext cx="384048" cy="384048"/>
          </a:xfrm>
          <a:prstGeom prst="ellipse">
            <a:avLst/>
          </a:prstGeom>
          <a:solidFill>
            <a:srgbClr val="8B85FF"/>
          </a:solidFill>
          <a:ln w="12700">
            <a:solidFill>
              <a:srgbClr val="8B8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6152" y="16367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04088" y="2139696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behavioural signals — search, clicks, dwell, saves — captured in 3 ms, less than rendering the page.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1B2B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627632"/>
            <a:ext cx="384048" cy="384048"/>
          </a:xfrm>
          <a:prstGeom prst="ellipse">
            <a:avLst/>
          </a:prstGeom>
          <a:solidFill>
            <a:srgbClr val="8B85FF"/>
          </a:solidFill>
          <a:ln w="12700">
            <a:solidFill>
              <a:srgbClr val="8B8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50792" y="16367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38728" y="2139696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gates run cheapest-first before any model call. Most browsing correctly decides not to spend.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1B2B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1627632"/>
            <a:ext cx="384048" cy="384048"/>
          </a:xfrm>
          <a:prstGeom prst="ellipse">
            <a:avLst/>
          </a:prstGeom>
          <a:solidFill>
            <a:srgbClr val="8B85FF"/>
          </a:solidFill>
          <a:ln w="12700">
            <a:solidFill>
              <a:srgbClr val="8B8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85432" y="16367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73368" y="2139696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nine-phase agent retrieves, grades its own results, rewrites, then verifies before anyone sees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1B2B"/>
          </a:solidFill>
          <a:ln w="12700">
            <a:solidFill>
              <a:srgbClr val="2E2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8008" y="1627632"/>
            <a:ext cx="384048" cy="384048"/>
          </a:xfrm>
          <a:prstGeom prst="ellipse">
            <a:avLst/>
          </a:prstGeom>
          <a:solidFill>
            <a:srgbClr val="8B85FF"/>
          </a:solidFill>
          <a:ln w="12700">
            <a:solidFill>
              <a:srgbClr val="8B8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20072" y="16367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208008" y="2139696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cites only what the learner actually did. 35 always-on checks block the rest.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456432"/>
            <a:ext cx="11155680" cy="969264"/>
          </a:xfrm>
          <a:prstGeom prst="roundRect">
            <a:avLst>
              <a:gd name="adj" fmla="val 9434"/>
            </a:avLst>
          </a:prstGeom>
          <a:solidFill>
            <a:srgbClr val="23233A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611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picks a course.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plan is computed from a skill graph of 628 skills and handed to the model as settled fact — it writes only the prose around it.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468172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02920" y="52852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mapped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5541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categories · 22 roles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79776" y="468172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ms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2779776" y="52852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capture a page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779776" y="5541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rendering 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56632" y="468172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→ 2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056632" y="52852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phases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56632" y="5541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cost anything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33488" y="468172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333488" y="52852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checks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33488" y="5541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on, free, offline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10344" y="468172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9610344" y="52852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at 91% cover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610344" y="5541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API key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60716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SQLAlchemy 2  ·  LangGraph 1.2  ·  Mesh API  ·  Chroma / Pinecone  ·  LangSmith  ·  Logfire  ·  DeepEval  ·  Docker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SmartReco — platform overview</dc:title>
  <dc:subject>PptxGenJS Presentation</dc:subject>
  <dc:creator>SmartReco</dc:creator>
  <cp:lastModifiedBy>SmartReco</cp:lastModifiedBy>
  <cp:revision>1</cp:revision>
  <dcterms:created xsi:type="dcterms:W3CDTF">2026-08-09T15:43:53Z</dcterms:created>
  <dcterms:modified xsi:type="dcterms:W3CDTF">2026-08-09T15:43:53Z</dcterms:modified>
</cp:coreProperties>
</file>